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TOKI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Better Communication Starts with Better Understanding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Team Communication Platform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Helping teams communicate effectively by understanding the person behind the message.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Communication Is Not One-Size-Fits-All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Some people prefer direct feedback.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Others prefer context before criticism.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Some like short messages.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Others need detailed explanations.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❌ Misunderstandings increase   ❌ Productivity decreases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❌ Frustration grows   ❌ Teamwork suffers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Teams Have Communication Tools, But Not Understanding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Why Existing Tools Aren't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Email, chat, and messaging tools help people send messages.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They do not explain how the receiver prefers to communicate.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They do not guide feedback style, detail level, or tone.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The problem is not sending messages.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The problem is sending them effectively.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Meet TOKI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rPr lang="en-US" dirty="0"/>
              <a:t>An agentic </a:t>
            </a:r>
            <a:r>
              <a:rPr lang="en-US"/>
              <a:t>system that</a:t>
            </a:r>
            <a:r>
              <a:t> </a:t>
            </a:r>
            <a:r>
              <a:rPr dirty="0"/>
              <a:t>creates a personalized communication profile for every team member.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rPr dirty="0"/>
              <a:t>✅ Preferred communication style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rPr dirty="0"/>
              <a:t>✅ Feedback preferences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rPr dirty="0"/>
              <a:t>✅ Level of detail preferred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rPr dirty="0"/>
              <a:t>✅ Response expectations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rPr dirty="0"/>
              <a:t>✅ Communication tips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rPr dirty="0"/>
              <a:t>TOKI helps people adapt messages to the person receiving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Simple. Fast. Effective.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5146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03A"/>
                </a:solidFill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289015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Employees complete a</a:t>
            </a:r>
            <a:endParaRPr lang="he-IL" dirty="0"/>
          </a:p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 short communication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920240"/>
            <a:ext cx="2680682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94760" y="21031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03A"/>
                </a:solidFill>
              </a:defRPr>
            </a:pPr>
            <a:r>
              <a:t>Step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560320"/>
            <a:ext cx="24520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TOKI builds a communication</a:t>
            </a:r>
            <a:endParaRPr lang="he-IL" dirty="0"/>
          </a:p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 profile.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2680682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03A"/>
                </a:solidFill>
              </a:defRPr>
            </a:pPr>
            <a:r>
              <a:t>Step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560320"/>
            <a:ext cx="244894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Sender receives personalized</a:t>
            </a:r>
            <a:endParaRPr lang="he-IL" dirty="0"/>
          </a:p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 communication insights.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920240"/>
            <a:ext cx="251460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64040" y="21031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03A"/>
                </a:solidFill>
              </a:defRPr>
            </a:pPr>
            <a:r>
              <a:t>Step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560320"/>
            <a:ext cx="236513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Message is delivered clearly</a:t>
            </a:r>
            <a:endParaRPr lang="he-IL" dirty="0"/>
          </a:p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 and positively.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Same Message, Different 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7548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0116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03A"/>
                </a:solidFill>
              </a:defRPr>
            </a:pPr>
            <a:r>
              <a:t>Employee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42976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t>Prefers direct communication</a:t>
            </a:r>
            <a:br/>
            <a:r>
              <a:t>Likes concise messages</a:t>
            </a:r>
            <a:br/>
            <a:br/>
            <a:r>
              <a:t>“Please update the presentation by 4 PM.”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4754880" cy="3108960"/>
          </a:xfrm>
          <a:prstGeom prst="rect">
            <a:avLst/>
          </a:prstGeom>
          <a:solidFill>
            <a:srgbClr val="FFFFFF"/>
          </a:solidFill>
          <a:ln>
            <a:solidFill>
              <a:srgbClr val="DC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2011680"/>
            <a:ext cx="4297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03A"/>
                </a:solidFill>
              </a:defRPr>
            </a:pPr>
            <a:r>
              <a:t>Employee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468880"/>
            <a:ext cx="472199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Prefers context and encouragement</a:t>
            </a:r>
            <a:br>
              <a:rPr dirty="0"/>
            </a:br>
            <a:br>
              <a:rPr dirty="0"/>
            </a:br>
            <a:r>
              <a:rPr dirty="0"/>
              <a:t>“The client meeting is tomorrow. Could you please update</a:t>
            </a:r>
            <a:endParaRPr lang="he-IL" dirty="0"/>
          </a:p>
          <a:p>
            <a:pPr>
              <a:defRPr sz="1500">
                <a:solidFill>
                  <a:srgbClr val="232323"/>
                </a:solidFill>
              </a:defRPr>
            </a:pPr>
            <a:r>
              <a:rPr dirty="0"/>
              <a:t> the presentation by 4 PM? Thanks for your help.”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Why Companies Need TOKI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Reduce misunderstandings: less confusion and fewer mistakes.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Improve productivity: less time spent clarifying messages.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Strengthen collaboration across departments.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Reduce workplace conflicts caused by communication gaps.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Increase employee retention through healthier work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Communication Is a Global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Hybrid work environments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Remote teams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Cross-cultural communication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Multi-generational workforces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Millions of employees communicate digitally every day.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TOKI turns communication into a strategic advantage.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How TOKI Makes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B2B SaaS subscription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Monthly or annual subscription per employee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Pricing tiers: Small Teams, Growing Companies, Enterprise Organizations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Additional revenue: Analytics Dashboard, Team Reports, HR Insights, Leadership Tools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What's Next?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✅ Phase 1: Research and validation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✅ Phase 2: MVP development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🔄 Phase 3: Pilot with companies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🎯 Phase 4: AI-powered communication recommendations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🌍 Phase 5: Global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2203A"/>
                </a:solidFill>
              </a:defRPr>
            </a:pPr>
            <a:r>
              <a:t>The Future of Work Depends on Better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4267B2"/>
                </a:solidFill>
              </a:defRPr>
            </a:pPr>
            <a:r>
              <a:t>Why Now?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Remote work is growing.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Teams are becoming more diverse.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Communication challenges are increasing.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Organizations invest heavily in productivity and employee experience.</a:t>
            </a:r>
          </a:p>
          <a:p>
            <a:pPr>
              <a:spcAft>
                <a:spcPts val="800"/>
              </a:spcAft>
              <a:defRPr sz="2400">
                <a:solidFill>
                  <a:srgbClr val="232323"/>
                </a:solidFill>
              </a:defRPr>
            </a:pPr>
            <a:r>
              <a:t>TOKI sits exactly at the intersection of both.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</a:defRPr>
            </a:pPr>
            <a:r>
              <a:t>TOKI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>
                <a:solidFill>
                  <a:srgbClr val="232323"/>
                </a:solidFill>
              </a:defRPr>
            </a:pPr>
            <a:r>
              <a:t>Transforming Communication Into Understanding</a:t>
            </a:r>
          </a:p>
          <a:p>
            <a:pPr>
              <a:spcAft>
                <a:spcPts val="800"/>
              </a:spcAft>
              <a:defRPr sz="2800">
                <a:solidFill>
                  <a:srgbClr val="232323"/>
                </a:solidFill>
              </a:defRPr>
            </a:pPr>
            <a:r>
              <a:t>Better understanding.</a:t>
            </a:r>
          </a:p>
          <a:p>
            <a:pPr>
              <a:spcAft>
                <a:spcPts val="800"/>
              </a:spcAft>
              <a:defRPr sz="2800">
                <a:solidFill>
                  <a:srgbClr val="232323"/>
                </a:solidFill>
              </a:defRPr>
            </a:pPr>
            <a:r>
              <a:t>Stronger teams.</a:t>
            </a:r>
          </a:p>
          <a:p>
            <a:pPr>
              <a:spcAft>
                <a:spcPts val="800"/>
              </a:spcAft>
              <a:defRPr sz="2800">
                <a:solidFill>
                  <a:srgbClr val="232323"/>
                </a:solidFill>
              </a:defRPr>
            </a:pPr>
            <a:r>
              <a:t>Better business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491</Words>
  <Application>Microsoft Office PowerPoint</Application>
  <PresentationFormat>Widescreen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Maor Blumberg</cp:lastModifiedBy>
  <cp:revision>2</cp:revision>
  <dcterms:created xsi:type="dcterms:W3CDTF">2013-01-27T09:14:16Z</dcterms:created>
  <dcterms:modified xsi:type="dcterms:W3CDTF">2026-06-24T14:00:10Z</dcterms:modified>
  <cp:category/>
</cp:coreProperties>
</file>